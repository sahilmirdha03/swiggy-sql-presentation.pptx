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  <p:sldId id="267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0A4858-1B18-4601-A956-C32CEDB14717}" v="2" dt="2026-10-18T19:05:19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il mirdha" userId="71afb5f4644ec335" providerId="LiveId" clId="{D3EDCC31-1C52-4A9A-BD49-18A834793DEC}"/>
    <pc:docChg chg="modSld">
      <pc:chgData name="sahil mirdha" userId="71afb5f4644ec335" providerId="LiveId" clId="{D3EDCC31-1C52-4A9A-BD49-18A834793DEC}" dt="2026-10-18T19:05:20.396" v="3"/>
      <pc:docMkLst>
        <pc:docMk/>
      </pc:docMkLst>
      <pc:sldChg chg="addSp delSp modSp">
        <pc:chgData name="sahil mirdha" userId="71afb5f4644ec335" providerId="LiveId" clId="{D3EDCC31-1C52-4A9A-BD49-18A834793DEC}" dt="2026-10-18T19:05:20.396" v="3"/>
        <pc:sldMkLst>
          <pc:docMk/>
          <pc:sldMk cId="2508087930" sldId="262"/>
        </pc:sldMkLst>
        <pc:spChg chg="add del mod">
          <ac:chgData name="sahil mirdha" userId="71afb5f4644ec335" providerId="LiveId" clId="{D3EDCC31-1C52-4A9A-BD49-18A834793DEC}" dt="2026-10-18T19:05:19.568" v="1"/>
          <ac:spMkLst>
            <pc:docMk/>
            <pc:sldMk cId="2508087930" sldId="262"/>
            <ac:spMk id="6" creationId="{E6BBE084-8631-2575-459A-BEF776F9B713}"/>
          </ac:spMkLst>
        </pc:spChg>
        <pc:spChg chg="add del mod">
          <ac:chgData name="sahil mirdha" userId="71afb5f4644ec335" providerId="LiveId" clId="{D3EDCC31-1C52-4A9A-BD49-18A834793DEC}" dt="2026-10-18T19:05:20.396" v="3"/>
          <ac:spMkLst>
            <pc:docMk/>
            <pc:sldMk cId="2508087930" sldId="262"/>
            <ac:spMk id="7" creationId="{8A87F3B8-B9DF-AADA-58F0-DE9A3DD1AE4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0FEEA-BF0B-ACCE-BB31-141B14C9B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FE13F-E7EE-EE8E-57AE-0916AB8B8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368BB-A3E8-EA2E-8898-97C9FAD8A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21854-E628-65EB-B14E-6AAB9069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DD01-D1D0-7113-F134-810F4D03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007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ABC7-2A7F-FEC0-8C78-A5B3E207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96DF8-5D0E-5710-EBF7-504731064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536FF-2CC0-D8E5-DB1F-C3B4337E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F8FE5-6F12-2909-072C-96E2A467C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C48FD-76F8-028C-62C5-64330A61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28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DBCD9-BEB7-95C0-3EB8-3F95DFFA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7123F-E387-8C61-671D-E707655A6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34E4E-72D5-4953-54A7-E2EFDFB02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130EA-9203-99D6-DB82-4508D679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0101E-8021-FF8A-9769-BF4A48E5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76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110A6-CA40-0FA7-E2C5-43F01223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C33F7-862A-3628-B008-1F24755A3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635C9-D8EE-C163-FF39-0D44AA49B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516DA-4CEE-EB59-063C-0D679AE08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857F5-A016-F981-F55C-0090DFB2F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ED540-FEE2-D551-84FD-12AD9A378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54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845E7-04F3-0484-25B9-23E68309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4C402-03AE-8F81-85AE-9804AFCF6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3B760-2A1A-220F-6E6A-B36D12902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720CE-0E39-3DB7-153D-8D76674EB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1C8B89-E555-01D4-81A4-86C5CA649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46C4CE-7C14-86FF-3406-C678F18DD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02086-0080-1D92-8B05-0DB42C39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22CD3F-603D-0EB9-71C8-74D34C9A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30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D40B-F1C6-78D3-9B77-C4C26D11B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2BD7C-A6D1-A769-177F-582F0AB8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B3B1B-7B07-F1B8-DDE0-08C8DA00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6D07F-ABBE-154B-71F6-DA6FF00F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072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3000E-F05D-6D25-8147-75A1416C3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62D6C-4B45-E9CD-E2C0-16FB5E53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7CEB9-E420-2E19-8F78-1CF03A41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90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1265-CA96-AC6A-E608-B1CE6FA97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F8E19-FB52-EF71-F619-EB5C5CDBF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5E3B7-41ED-0129-90FF-A7081B04F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D7FB6-FB56-269E-EC8B-3C262F934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61A2E-A068-BC1B-DB56-EEC0CB1D5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E097A-77F2-15E3-8393-333DB0DBE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34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66E87-7BFB-5FEF-7DA8-FC9069FF4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0CC047-767F-E6E8-D9B0-2F5C1AEE58D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469E0-A9DA-ED49-33EF-951159F3F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ADCAE-A9D4-3E9D-8EF2-EDEE65AE1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5B2F8-C66F-081A-F14D-C7539CD4B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5A68B-AD41-3149-319B-D4ACDD48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439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94F7-5861-930C-C8AD-FA825ED8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FAB9F-BC54-702C-0AAB-1CA46316D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6A9D5-3758-B3E5-4CEE-A5F99A21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D56B-F917-7F28-3515-36CA350A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944DE-EADA-DFED-21BD-A8870058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81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728454-BE11-9B2B-C13C-7E782E884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AD121-7D7C-32C3-80C0-F8BB9573C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D8099-1556-2DFC-690C-F0F1682B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7D62F-1B36-283C-AB58-BFFF49842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B2447-1732-6184-90C9-F31A0966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19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0B3F3-1E82-EBA6-1EF7-0C53C698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FEBED-CDE1-80FA-2915-2FF59479F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9FC72-6F50-34E6-4C30-A72581239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30AF6-65E6-45EF-9E19-D643543ACDA9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0E9B1-D7AA-F321-E966-A53DB527D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25C1E-6FB6-036D-0BD0-2AAD5E709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E4D47-867A-4D58-81E0-E56499E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1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6B98-359F-70DC-91F7-3AFADC41DD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C0CDE-31BF-18C3-326E-124AB3AAB4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B676B-BF9E-17E3-763F-A1B177494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50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06A27-B61A-3F3F-858A-1C5F34B25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2CDA-C736-9CDA-9631-B4A350B039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4EF3C-7870-2D62-CCCB-0EA90B3F3F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A727BB-A19C-50F9-13A9-4CB3D2399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18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1873B-7242-0AB7-C69E-B7E6FEE14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EF5A7-3312-5035-F976-E9E1891069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C21DCC-FBA9-CBC6-6AFF-FF0EF82A6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F08115-1B0A-4B19-8866-83C64767E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2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57DE9-646C-0761-DB39-54D94F546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F36A-40E1-3F0D-A946-F7F5513558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A497E-986C-F771-550A-F0648A54AA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BF6C21-AC14-F0E6-FE99-2E5110E76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0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3EFB-A4F6-4CFD-339A-A0B1CA44E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94A6-8DAA-0ACE-7DC8-9C3AB56A13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B90F4-4989-CED6-E25F-09AA513133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A56BE5-381C-8290-DC5B-6060D7A7B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00261-4CAD-DACB-5C3F-EF4FA857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AB04D-1890-74CD-2E82-E33DE7542F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9E315-CE6A-394E-870F-1E6DC31E5A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182BAF-7221-7087-3349-A19AF595C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8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E4EA3-B970-916F-80C7-F458DC3C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33B1-D025-1E09-8778-E3ACC5B963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48592-2A29-5D0C-9C18-C4AF72185A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B4BEB-5880-8969-16FC-E956E7168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480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EB835-B58D-8740-4189-EC49CC1F0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AA8DD-018F-C081-EDD2-041BD29B71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A6843-56CA-84ED-65C3-9E539E53B7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2CEBC-2748-E499-C8EF-833567B10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44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F77CC-ADA6-9EB1-E421-9359CC1E4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D115-557D-294C-A5A4-981809FD35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9A84F-7FD6-1911-E235-3197AA4EF9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C3743-AB63-312D-F376-A780A6347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110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8B998-23C3-C251-E75D-8EC19621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8354-EB1E-298D-E84D-87FF72E30A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E4C6-9B6D-2CC6-B413-31E66A6ACB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17716C-7988-D8DB-D4F0-095FE97B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42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mirdha</dc:creator>
  <cp:lastModifiedBy>sahil mirdha</cp:lastModifiedBy>
  <cp:revision>1</cp:revision>
  <dcterms:created xsi:type="dcterms:W3CDTF">2026-10-18T18:53:21Z</dcterms:created>
  <dcterms:modified xsi:type="dcterms:W3CDTF">2026-10-18T19:05:26Z</dcterms:modified>
</cp:coreProperties>
</file>